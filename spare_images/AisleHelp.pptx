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4:17:21.864"/>
    </inkml:context>
    <inkml:brush xml:id="br0">
      <inkml:brushProperty name="width" value="0.35" units="cm"/>
      <inkml:brushProperty name="height" value="0.35" units="cm"/>
      <inkml:brushProperty name="color" value="#B5A045"/>
    </inkml:brush>
  </inkml:definitions>
  <inkml:trace contextRef="#ctx0" brushRef="#br0">157 135 24575,'1'1'0,"-1"0"0,1 0 0,-1 1 0,1-1 0,-1 0 0,1 0 0,0 0 0,0 0 0,-1 0 0,1 0 0,0 0 0,0-1 0,0 1 0,0 0 0,0 0 0,0-1 0,0 1 0,0-1 0,0 1 0,1-1 0,-1 1 0,0-1 0,0 1 0,0-1 0,1 0 0,-1 0 0,2 0 0,41 5 0,-39-5 0,40 2 0,1-2 0,-1-2 0,0-2 0,1-2 0,56-15 0,-32 5 0,0 3 0,123-7 0,-153 17 0,-1-1 0,0-3 0,71-20 0,-69 16 0,-1 2 0,1 1 0,77-3 0,130 13 0,-92 1 0,-100-4 0,67 3 0,-121-2 0,1 1 0,-1-1 0,1 1 0,-1 0 0,0-1 0,1 1 0,-1 0 0,0 0 0,1 1 0,-1-1 0,0 0 0,0 1 0,0 0 0,0-1 0,0 1 0,-1 0 0,1 0 0,0 0 0,-1 0 0,1 0 0,-1 0 0,0 0 0,0 1 0,0-1 0,0 0 0,0 1 0,0-1 0,-1 1 0,1-1 0,-1 1 0,0-1 0,1 1 0,-1 2 0,0 12 0,-1 0 0,0 0 0,-1 0 0,-4 16 0,2-9 0,-12 161 0,1-5 0,6-71 0,6 186 0,6-146 0,-3-45 0,-25 200 0,-4-107 0,-14 82 0,27-181 0,-5 165 0,22 102 0,2-138 0,-5-51 0,5 186 0,3-317 0,1 1 0,3-1 0,18 52 0,-14-49 0,34 159 0,-23-106 0,13 108 0,-37-203 0,0 0 0,0-1 0,-1 1 0,0-1 0,0 1 0,0 0 0,-1-1 0,1 1 0,-1-1 0,-1 1 0,-2 7 0,2-10 0,1-1 0,-1 1 0,0-1 0,0 0 0,-1 0 0,1 0 0,0 0 0,-1 0 0,1 0 0,-1-1 0,1 1 0,-1-1 0,0 0 0,0 0 0,0 0 0,0 0 0,1 0 0,-1-1 0,0 1 0,0-1 0,0 0 0,-1 0 0,-2 0 0,-169-2 0,65-1 0,81 1 0,0-2 0,0 0 0,1-3 0,0 0 0,0-2 0,-27-12 0,19 8 0,-1 0 0,-64-11 0,-234-49 0,298 64 0,-81-18 0,-144-15 0,-10 18 0,266 23 0,-12 0 0,-1-2 0,0 0 0,0 0 0,1-2 0,-26-9 0,39 11 0,1 1 0,-1-1 0,1 1 0,0-1 0,0 0 0,0-1 0,0 1 0,0-1 0,1 0 0,0 0 0,-1 0 0,1 0 0,1 0 0,-1-1 0,1 1 0,0-1 0,0 0 0,0 0 0,0 1 0,1-1 0,0 0 0,0-1 0,0 1 0,1 0 0,0-5 0,2-26 0,2 0 0,1 1 0,2-1 0,2 1 0,23-62 0,48-87 0,-22 55 0,-28 57 0,54-147 0,-69 173 0,-6 21 0,-1-1 0,-1 0 0,-1 0 0,2-34 0,43-317 0,-30 263 0,-5 0 0,1-124 0,-19-1256 0,-1 1599 0,-5 1 0,-26 123 0,-65 209 0,57-268 0,8-32 0,-56 300 0,43-154 0,45-280 0,1-11 0,-1-32 0,-1-61 0,3 93 0,-11-316 0,-2-167 0,14-458 0,-1 3854 0,1-3072 0,8 0 0,8 0 0,42-186 0,8 60 0,111-512 0,-45-6 0,-125 757 0,0 33 0,-3 42 0,5 422 0,-11-287 0,0 301 0,5-406 0,-1-38 0,1-13 0,4-23 0,2-30 0,6-91 0,-3 18 0,55-280 0,-56 363 0,-12 42 0,0 0 0,0 0 0,0 0 0,0-1 0,0 1 0,0 0 0,0 0 0,1 0 0,-1 0 0,0 0 0,0 0 0,0-1 0,0 1 0,0 0 0,0 0 0,1 0 0,-1 0 0,0 0 0,0 0 0,0 0 0,0 0 0,1 0 0,-1 0 0,0 0 0,0 0 0,0 0 0,0 0 0,0 0 0,1 0 0,-1 0 0,0 0 0,0 0 0,0 0 0,0 0 0,1 0 0,-1 0 0,0 0 0,0 0 0,0 0 0,0 0 0,0 0 0,1 1 0,-1-1 0,0 0 0,0 0 0,0 0 0,0 0 0,0 0 0,0 0 0,0 1 0,0-1 0,1 0 0,-1 0 0,0 0 0,0 1 0,7 24 0,-1 27 0,-5-38 0,0-1 0,1 0 0,0 0 0,1 0 0,1 0 0,6 17 0,-10-30 0,0 0 0,0 0 0,0 0 0,0 1 0,0-1 0,0 0 0,0 0 0,1 0 0,-1 1 0,0-1 0,0 0 0,0 0 0,0 0 0,0 0 0,1 0 0,-1 1 0,0-1 0,0 0 0,0 0 0,0 0 0,1 0 0,-1 0 0,0 0 0,0 0 0,0 0 0,1 0 0,-1 0 0,0 0 0,0 0 0,0 1 0,1-1 0,-1-1 0,0 1 0,0 0 0,0 0 0,1 0 0,-1 0 0,0 0 0,0 0 0,0 0 0,1 0 0,-1 0 0,0 0 0,0 0 0,0 0 0,0-1 0,1 1 0,-1 0 0,0 0 0,0 0 0,0 0 0,0 0 0,0-1 0,0 1 0,1 0 0,-1 0 0,0 0 0,0 0 0,0-1 0,0 1 0,0 0 0,0 0 0,0 0 0,0-1 0,7-14 0,-1-1 0,-1 1 0,0-1 0,-1-1 0,-1 1 0,2-28 0,3-12 0,60-340 0,-66 379 0,0 5 0,0 0 0,0 0 0,1 1 0,7-20 0,-10 31 0,0 1 0,0-1 0,0 0 0,0 0 0,0 0 0,0 1 0,0-1 0,0 0 0,0 0 0,0 0 0,0 0 0,1 1 0,-1-1 0,0 0 0,0 0 0,0 0 0,0 0 0,0 1 0,0-1 0,0 0 0,1 0 0,-1 0 0,0 0 0,0 0 0,0 1 0,0-1 0,0 0 0,1 0 0,-1 0 0,0 0 0,0 0 0,0 0 0,1 0 0,-1 0 0,0 0 0,0 0 0,0 0 0,1 0 0,-1 0 0,0 0 0,0 0 0,0 0 0,0 0 0,1 0 0,-1 0 0,0 0 0,0 0 0,0 0 0,1 0 0,-1 0 0,0 0 0,0 0 0,0-1 0,0 1 0,0 0 0,1 0 0,-1 0 0,0 0 0,0 0 0,0-1 0,0 1 0,0 0 0,1 0 0,3 20 0,16 140 0,13 88 0,-14-153 0,-19-95 0,0 0 0,0-1 0,0 1 0,0 0 0,0 0 0,0 0 0,0 0 0,0 0 0,0 0 0,0 0 0,0 0 0,0 0 0,0 0 0,1 0 0,-1-1 0,0 1 0,0 0 0,0 0 0,0 0 0,0 0 0,0 0 0,0 0 0,0 0 0,0 0 0,0 0 0,0 0 0,1 0 0,-1 0 0,0 0 0,0 0 0,0 0 0,0 0 0,0 0 0,0 0 0,0 0 0,0 0 0,0 0 0,1 0 0,-1 0 0,0 0 0,0 0 0,0 0 0,0 0 0,0 1 0,3-21 0,1-27 0,-2 11 0,16-202 0,-8 194 0,-10 45 0,0-1 0,0 1 0,0-1 0,1 1 0,-1-1 0,0 1 0,0-1 0,0 1 0,1-1 0,-1 0 0,0 1 0,0-1 0,1 1 0,-1-1 0,0 0 0,1 1 0,-1-1 0,0 0 0,1 1 0,-1-1 0,1 0 0,-1 0 0,0 1 0,1-1 0,-1 0 0,1 0 0,-1 0 0,1 0 0,-1 0 0,1 0 0,-1 1 0,1-1 0,-1 0 0,1 0 0,-1 0 0,1 0 0,-1-1 0,1 1 0,-1 0 0,1 0 0,-1 0 0,1 0 0,-1 0 0,0-1 0,1 1 0,-1 0 0,1 0 0,-1-1 0,0 1 0,1 0 0,-1-1 0,1 1 0,-1 0 0,0-1 0,0 1 0,1-1 0,-1 1 0,0 0 0,0-1 0,1 1 0,-1-1 0,0 1 0,0-1 0,0 1 0,0-1 0,12 40 0,46 348 0,-58-385 0,0-1 0,0 1 0,0 0 0,0-1 0,1 1 0,-1-1 0,1 1 0,-1-1 0,1 1 0,0-1 0,-1 1 0,1-1 0,0 1 0,0-1 0,2 2 0,-3-3 0,1 1 0,-1-1 0,1 0 0,-1 0 0,1 0 0,-1 0 0,1 0 0,0 0 0,-1-1 0,1 1 0,-1 0 0,1 0 0,-1 0 0,1 0 0,-1 0 0,0-1 0,1 1 0,-1 0 0,1-1 0,-1 1 0,1 0 0,-1-1 0,0 1 0,1 0 0,-1-1 0,0 1 0,1 0 0,-1-1 0,0 1 0,1-2 0,4-5 0,0-2 0,-1 1 0,0-1 0,3-10 0,120-392 0,-125 405 0,-1-2 0,1 1 0,0 0 0,1-1 0,0 1 0,0 0 0,0 0 0,6-8 0,-9 15 0,0-1 0,1 1 0,-1-1 0,1 1 0,-1-1 0,0 1 0,1-1 0,-1 1 0,1 0 0,-1-1 0,1 1 0,-1 0 0,1 0 0,-1-1 0,1 1 0,0 0 0,-1 0 0,1 0 0,-1-1 0,1 1 0,0 0 0,-1 0 0,1 0 0,-1 0 0,1 0 0,0 0 0,-1 1 0,1-1 0,-1 0 0,1 0 0,-1 0 0,1 0 0,0 1 0,-1-1 0,1 0 0,-1 0 0,1 1 0,0 0 0,16 23 0,6 27 0,-2 2 0,-2 0 0,-3 1 0,9 57 0,8 25 0,41 111 0,-74-244 0,1-1 0,-1 1 0,1-1 0,0 0 0,0 1 0,0-1 0,0 0 0,0 1 0,0-1 0,1 0 0,-1 0 0,1 0 0,-1 0 0,1-1 0,0 1 0,0 0 0,0-1 0,0 1 0,3 1 0,-4-3 0,-1 0 0,1 0 0,0 0 0,0 0 0,0 0 0,0 0 0,-1-1 0,1 1 0,0 0 0,0 0 0,-1-1 0,1 1 0,0 0 0,0-1 0,-1 1 0,1-1 0,0 1 0,-1-1 0,1 0 0,-1 1 0,2-2 0,15-28 0,-2-13 0,-3 0 0,-1-1 0,-3-1 0,6-77 0,-4 33 0,87-429 0,-82 446 0,-1 26 0,-3 34 0,-10 12 0,0 0 0,-1 0 0,1 1 0,-1-1 0,1 0 0,0 1 0,-1-1 0,1 1 0,-1-1 0,1 0 0,-1 1 0,1-1 0,-1 1 0,1 0 0,-1-1 0,0 1 0,1-1 0,-1 1 0,0 0 0,1-1 0,-1 1 0,0 0 0,0-1 0,0 1 0,0 0 0,1-1 0,-1 2 0,6 27 0,0 1 0,-2 0 0,-1 1 0,-2 57 0,-1-27 0,2 568 0,-2-618 0,-1 0 0,0 0 0,0 0 0,-1 0 0,-1-1 0,-4 15 0,6-23 0,0-1 0,0 1 0,1-1 0,-1 1 0,0-1 0,0 0 0,0 1 0,0-1 0,-1 0 0,1 0 0,0 0 0,0 0 0,-1 0 0,1 0 0,-1 0 0,1 0 0,-1 0 0,-2 0 0,1 0 0,1-1 0,-1 0 0,1 0 0,-1 0 0,1-1 0,-1 1 0,1-1 0,0 1 0,-1-1 0,1 0 0,0 0 0,-1 0 0,1 0 0,0 0 0,0-1 0,-4-2 0,-9-7 0,0-2 0,1 0 0,0 0 0,1-1 0,-18-25 0,-51-87 0,59 88 0,-35-60 0,3-3 0,-73-196 0,122 282 0,2 5 0,0 0 0,1 0 0,0 0 0,1 0 0,0 0 0,-1-19 0,3 27 0,0-1 0,1 1 0,-1-1 0,1 1 0,0-1 0,-1 1 0,1 0 0,1-1 0,-1 1 0,0 0 0,0 0 0,1 0 0,-1 0 0,1 0 0,0 0 0,0 0 0,0 0 0,-1 1 0,2-1 0,-1 1 0,0-1 0,0 1 0,0 0 0,1 0 0,-1 0 0,0 0 0,1 0 0,-1 1 0,1-1 0,-1 1 0,1-1 0,-1 1 0,5 0 0,-3 0 0,1-1 0,-1 1 0,1 0 0,-1 1 0,1-1 0,-1 1 0,1 0 0,-1 0 0,0 0 0,1 0 0,-1 1 0,0 0 0,0 0 0,0 0 0,0 0 0,0 1 0,-1-1 0,1 1 0,-1 0 0,1 0 0,-1 1 0,0-1 0,0 0 0,-1 1 0,1 0 0,-1 0 0,0 0 0,0 0 0,2 5 0,4 10 0,-1 0 0,-1 0 0,-1 1 0,-1-1 0,3 29 0,7 145 0,-12 203 0,-5-203 0,3-66 0,-5 259 0,-2-262 0,-25 134 0,23-216 0,-2-1 0,-3 1 0,0-2 0,-3 0 0,-1-1 0,-3 0 0,-26 37 0,34-54 0,1 0 0,1 1 0,0 0 0,2 1 0,1 0 0,-7 29 0,7-9 0,2 2 0,0 67 0,2-84 0,3-30 0,0 0 0,0-1 0,0 1 0,1-1 0,-1 1 0,1-1 0,-1 1 0,1-1 0,-1 1 0,1-1 0,0 1 0,0-1 0,0 1 0,0-1 0,0 0 0,0 1 0,1-3 0,-12-671 0,13 333 0,-3 249 0,1-77 0,-30-224 0,29 384 0,-1-1 0,-1 1 0,0 0 0,-4-12 0,7 22 0,0-1 0,0 1 0,-1-1 0,1 1 0,0-1 0,0 1 0,0-1 0,0 0 0,-1 1 0,1-1 0,0 1 0,0 0 0,-1-1 0,1 1 0,0-1 0,-1 1 0,1-1 0,-1 1 0,1 0 0,0-1 0,-1 1 0,1 0 0,-1-1 0,1 1 0,-1 0 0,1 0 0,-1-1 0,1 1 0,-1 0 0,1 0 0,-1 0 0,1 0 0,-1 0 0,0 0 0,1 0 0,-1 0 0,1 0 0,-1 0 0,1 0 0,-1 0 0,1 0 0,-1 0 0,1 1 0,-1-1 0,1 0 0,-1 0 0,1 0 0,-1 1 0,1-1 0,-1 0 0,1 1 0,-1-1 0,1 1 0,-16 27 0,3 14 0,1 0 0,-5 46 0,0-4 0,-40 196 0,-45 177 0,93-427 0,-3-1 0,-17 33 0,19-42 0,0 1 0,1 0 0,1 0 0,1 1 0,-5 31 0,-1 69 0,9-70 0,-20 97 0,-32 142 0,19-85 0,-12 92 0,22-122 0,23-156 0,-1-1 0,-1 1 0,-1-1 0,0 0 0,-1-1 0,-14 22 0,17-35 0,6-15 0,7-19 0,200-490 0,17-52 0,-212 527 0,-11 32 0,1 0 0,1 0 0,0 1 0,1-1 0,0 1 0,9-15 0,-14 26 0,0 0 0,1 0 0,-1 0 0,0-1 0,0 1 0,0 0 0,1 0 0,-1 0 0,0 0 0,0 0 0,0 0 0,1 0 0,-1 0 0,0 0 0,0 0 0,1 0 0,-1 0 0,0 0 0,0 0 0,1 0 0,-1 0 0,0 0 0,0 0 0,0 0 0,1 0 0,-1 0 0,0 0 0,0 0 0,0 1 0,1-1 0,-1 0 0,0 0 0,0 0 0,0 0 0,1 0 0,-1 1 0,0-1 0,0 0 0,0 0 0,0 0 0,0 1 0,0-1 0,1 0 0,-1 0 0,0 0 0,0 1 0,0-1 0,0 0 0,0 0 0,0 1 0,0-1 0,0 0 0,0 0 0,0 0 0,0 1 0,0-1 0,0 0 0,0 1 0,4 19 0,-3-17 0,0 5 0,28 138 0,-7 1 0,3 158 0,-26-289 0,1 0 0,1-1 0,0 1 0,1 0 0,1-1 0,0 1 0,1-1 0,1 0 0,6 15 0,-11-29 0,1 0 0,-1 0 0,1 0 0,-1 1 0,1-1 0,0 0 0,-1 0 0,1 0 0,0 0 0,0 0 0,0 0 0,0-1 0,0 1 0,0 0 0,0 0 0,0-1 0,0 1 0,0 0 0,0-1 0,0 1 0,0-1 0,0 0 0,1 1 0,1-1 0,-2 0 0,0-1 0,0 1 0,1-1 0,-1 1 0,0-1 0,0 0 0,1 1 0,-1-1 0,0 0 0,0 0 0,0 0 0,0 0 0,0 0 0,-1 0 0,1 0 0,0 0 0,0-1 0,0 0 0,6-12 0,-1 0 0,-1 0 0,5-17 0,-7 22 0,50-215 0,-38 148 0,40-124 0,-51 190 0,0 0 0,0 0 0,1 1 0,10-14 0,-15 22 0,1 0 0,-1 0 0,1 0 0,-1 0 0,1 1 0,-1-1 0,1 0 0,0 0 0,-1 1 0,1-1 0,0 0 0,0 1 0,-1-1 0,1 1 0,0-1 0,0 1 0,0-1 0,0 1 0,0-1 0,0 1 0,0 0 0,0 0 0,0-1 0,0 1 0,0 0 0,0 0 0,0 0 0,0 0 0,0 0 0,0 0 0,0 1 0,0-1 0,0 0 0,-1 0 0,1 1 0,0-1 0,0 0 0,1 2 0,1 1 0,0 0 0,-1 0 0,1 0 0,-1 0 0,0 0 0,0 1 0,0 0 0,2 6 0,8 22 0,-1 1 0,-2 0 0,-2 1 0,5 40 0,4 146 0,-14-176 0,2 147 0,8 106 0,-11-286 0,0-6 0,-1 1 0,1-1 0,-1 0 0,1 0 0,1 0 0,-1 0 0,1 0 0,0 0 0,4 8 0,-7-37 0,-2 13 0,0 1 0,-1 0 0,0 0 0,0 0 0,-1 0 0,-1 1 0,0 0 0,0 0 0,-1 0 0,-9-9 0,14 15 0,-1 1 0,-1-1 0,1 1 0,0 0 0,0 0 0,-1 0 0,1 0 0,-1 0 0,0 1 0,0-1 0,1 1 0,-1 0 0,0 0 0,0 1 0,0-1 0,0 1 0,0 0 0,0 0 0,0 0 0,0 1 0,0-1 0,0 1 0,0 0 0,0 0 0,1 0 0,-1 1 0,0-1 0,1 1 0,-1 0 0,1 0 0,-6 4 0,-72 55 0,59-43 0,-1 0 0,-1-1 0,-45 23 0,44-31 0,19-8 0,0 1 0,0 0 0,0 0 0,0 1 0,1-1 0,-1 1 0,1 1 0,-1-1 0,1 1 0,-5 5 0,10-9 0,0 0 0,0 1 0,0-1 0,0 0 0,0 1 0,1-1 0,-1 1 0,0-1 0,0 0 0,1 1 0,-1-1 0,0 0 0,0 0 0,1 1 0,-1-1 0,0 0 0,1 0 0,-1 1 0,0-1 0,1 0 0,-1 0 0,0 0 0,1 0 0,-1 1 0,0-1 0,1 0 0,-1 0 0,1 0 0,-1 0 0,0 0 0,1 0 0,-1 0 0,1 0 0,-1 0 0,1 0 0,17 2 0,-18-2 0,226-1 0,-134-1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4:17:39.638"/>
    </inkml:context>
    <inkml:brush xml:id="br0">
      <inkml:brushProperty name="width" value="0.35" units="cm"/>
      <inkml:brushProperty name="height" value="0.35" units="cm"/>
      <inkml:brushProperty name="color" value="#B5A045"/>
    </inkml:brush>
  </inkml:definitions>
  <inkml:trace contextRef="#ctx0" brushRef="#br0">1911 0 24575,'43'3'0,"0"2"0,0 2 0,-1 1 0,0 3 0,44 16 0,-19-6 0,42 16 0,-73-23 0,0-2 0,0-1 0,1-2 0,68 8 0,-86-13 0,-24 2 0,-32 4 0,-79-2 0,-126-9 0,103-1 0,349-12 0,-143 6 0,0 3 0,111 7 0,-173-2 0,-1 1 0,1 0 0,-1 0 0,1 0 0,-1 1 0,0 0 0,0-1 0,1 1 0,-1 1 0,0-1 0,-1 1 0,1-1 0,0 1 0,-1 0 0,0 0 0,1 1 0,-1-1 0,0 1 0,-1-1 0,1 1 0,-1 0 0,3 6 0,2 7 0,0 0 0,-2 1 0,0-1 0,4 26 0,1 4 0,-3-9 0,-1 0 0,1 62 0,0 2 0,-4-82 0,2-1 0,11 34 0,-10-35 0,0 0 0,-2 1 0,4 23 0,-4 296 0,-7-173 0,3 1318 0,-16-1298 0,6-97 0,3-40 0,-25 86 0,21-96 0,2 0 0,1 0 0,-5 77 0,13-64 0,0 12 0,-13 111 0,4-72 0,5-39 0,4-59 0,-1 1 0,0-1 0,0 0 0,0 0 0,-1 0 0,0 0 0,1 0 0,-1-1 0,-1 1 0,1-1 0,0 1 0,-1-1 0,0 0 0,0 1 0,0-1 0,0-1 0,0 1 0,0 0 0,-7 3 0,-6 3 0,-1-1 0,-1 0 0,-22 7 0,-9 4 0,-374 143 0,350-136 0,40-12 0,26-11 0,0 1 0,0-1 0,0-1 0,-1 1 0,1-1 0,-13 1 0,20-3 0,0 0 0,-1 0 0,1 0 0,0 0 0,-1 0 0,1 0 0,-1 0 0,1 0 0,0 0 0,-1 0 0,1 0 0,0 0 0,-1 0 0,1-1 0,0 1 0,-1 0 0,1 0 0,0 0 0,-1-1 0,1 1 0,0 0 0,0 0 0,-1-1 0,1 1 0,0 0 0,0 0 0,-1-1 0,1 1 0,0 0 0,0-1 0,0 1 0,0-1 0,0 1 0,-1 0 0,1-1 0,0 1 0,0-1 0,4-18 0,16-17 0,-7 20 0,1 0 0,1 1 0,0 0 0,1 1 0,0 1 0,1 1 0,0 0 0,1 1 0,21-9 0,29-10 0,89-27 0,-27 11 0,21-16 0,222-79 0,-333 131 0,1 1 0,0 3 0,71-3 0,-31 4 0,188-34 0,-99 12 0,-103 18 0,0-4 0,-1-2 0,66-25 0,-110 31 0,-1 2 0,0-1 0,-1-1 0,35-21 0,-47 25 0,1 0 0,0 1 0,0 0 0,0 0 0,0 1 0,0 0 0,1 1 0,18-3 0,2 3 0,47 3 0,16-1 0,-90 0 0,-1 0 0,0 0 0,0-1 0,1 1 0,-1-1 0,0 1 0,0-1 0,0 0 0,0 0 0,1 0 0,-1 0 0,0 0 0,-1 0 0,1 0 0,0-1 0,0 1 0,0-1 0,-1 1 0,1-1 0,-1 0 0,1 0 0,-1 0 0,0 1 0,0-1 0,0-1 0,0 1 0,0 0 0,0 0 0,-1 0 0,1 0 0,0 0 0,-1-1 0,0 1 0,0 0 0,0-1 0,0 1 0,0 0 0,0 0 0,-1-4 0,-2-11 0,0 1 0,-1-1 0,-1 1 0,-9-22 0,4 13 0,-22-69 0,-76-249 0,91 274 0,3-1 0,2-1 0,-1-76 0,12-222 0,3 168 0,-2 197 0,0 1 0,0-1 0,0 0 0,0 1 0,-1-1 0,0 0 0,1 1 0,-1-1 0,-1 1 0,1-1 0,0 1 0,-1-1 0,0 1 0,0 0 0,-3-5 0,2 6 0,1 0 0,-1 0 0,0 0 0,0 1 0,0-1 0,0 1 0,0-1 0,0 1 0,-1 0 0,1 0 0,0 1 0,-1-1 0,1 1 0,0-1 0,-1 1 0,1 0 0,-6 1 0,-40 3 0,1 3 0,-71 19 0,-55 8 0,94-26 0,-153 17 0,-231 56 0,406-69 0,-101 6 0,156-18 0,1 0 0,-1 0 0,0 0 0,0 1 0,0-1 0,0 1 0,1 0 0,-1-1 0,0 1 0,1 1 0,-1-1 0,0 0 0,1 1 0,0-1 0,-1 1 0,1 0 0,0-1 0,0 1 0,0 0 0,0 0 0,0 1 0,0-1 0,1 0 0,-3 5 0,2-2 0,1 1 0,0-1 0,0 1 0,1-1 0,-1 1 0,1 0 0,0-1 0,1 1 0,0-1 0,0 1 0,2 9 0,0-5 0,0 1 0,0 0 0,1-1 0,0 0 0,1 0 0,0 0 0,0-1 0,1 1 0,0-1 0,1-1 0,11 12 0,-12-14 0,1-1 0,-1 0 0,1-1 0,0 0 0,0 0 0,0 0 0,0-1 0,1 0 0,0-1 0,-1 0 0,1 0 0,0 0 0,0-1 0,0 0 0,0 0 0,10-2 0,12-1 0,-19 1 0,0 1 0,0 0 0,20 2 0,-28-2 0,1 1 0,-1 0 0,0 0 0,1 0 0,-1 0 0,0 1 0,0 0 0,0-1 0,0 1 0,0 0 0,0 0 0,0 1 0,-1-1 0,1 0 0,-1 1 0,3 3 0,6 11 0,-1 1 0,0 0 0,-2 0 0,0 1 0,-1 0 0,0 0 0,-2 1 0,-1 0 0,3 25 0,1 32 0,-4 83 0,-3-111 0,-4 182 0,3 85 0,0-314 0,0 0 0,0 0 0,0 0 0,0 0 0,0 0 0,1 0 0,-1 0 0,1 0 0,-1 0 0,1-1 0,0 1 0,-1 0 0,1 0 0,0-1 0,0 1 0,0 0 0,2 2 0,-2-4 0,0 0 0,0 0 0,0 0 0,0 1 0,0-1 0,-1 0 0,1 0 0,0 0 0,0 0 0,0 0 0,0 0 0,0-1 0,-1 1 0,1 0 0,0 0 0,0-1 0,0 1 0,-1 0 0,1-1 0,0 1 0,0-1 0,-1 1 0,1-1 0,0 1 0,-1-1 0,2-1 0,7-7 0,0-1 0,-1 0 0,0 0 0,7-13 0,139-228 0,-55 85 0,141-178 0,-216 314 0,141-169 0,-124 155 0,2 1 0,59-45 0,-97 84 0,1-1 0,-1 2 0,1-1 0,0 1 0,0-1 0,0 2 0,0-1 0,1 1 0,9-3 0,-14 5 0,-1 0 0,1 0 0,-1 0 0,1 0 0,-1 0 0,1 0 0,-1 1 0,1-1 0,-1 0 0,1 1 0,-1-1 0,1 1 0,-1 0 0,1-1 0,-1 1 0,0 0 0,3 2 0,-2-1 0,0 0 0,-1 0 0,1 1 0,-1-1 0,1 1 0,-1-1 0,0 1 0,0 0 0,0-1 0,0 1 0,0 0 0,0 5 0,6 50 0,-3 1 0,-3-1 0,-8 82 0,1-26 0,6-65 0,1-32 0,-1 0 0,0 0 0,-1 0 0,-7 31 0,8-48 0,0 0 0,0 0 0,0 0 0,0 0 0,0 0 0,0 1 0,-1-1 0,1 0 0,0 0 0,0 0 0,0 0 0,0 0 0,0 0 0,0 0 0,0 1 0,-1-1 0,1 0 0,0 0 0,0 0 0,0 0 0,0 0 0,0 0 0,-1 0 0,1 0 0,0 0 0,0 0 0,0 0 0,0 0 0,-1 0 0,1 0 0,0 0 0,0 0 0,0 0 0,0 0 0,0 0 0,-1 0 0,1 0 0,0 0 0,0 0 0,0 0 0,0 0 0,0 0 0,-1-1 0,1 1 0,0 0 0,0 0 0,0 0 0,0 0 0,0 0 0,0 0 0,0 0 0,-1-1 0,-10-11 0,-11-21 0,20 29 0,-88-146 0,-85-126 0,171 270 0,-1 0 0,0 0 0,0 0 0,0 1 0,-1-1 0,0 1 0,0 1 0,0-1 0,0 1 0,-1 0 0,0 0 0,0 1 0,0 0 0,0 0 0,-12-2 0,11 4 0,1 1 0,0 0 0,0 0 0,0 0 0,0 1 0,0 0 0,0 1 0,0 0 0,0 0 0,0 0 0,1 1 0,-1 0 0,1 0 0,0 0 0,0 1 0,0 0 0,-6 5 0,-3 4 0,0 0 0,1 2 0,0-1 0,1 2 0,1 0 0,0 0 0,1 1 0,1 0 0,1 1 0,0 0 0,1 1 0,1 0 0,1 0 0,1 0 0,-5 34 0,1 22 0,3 0 0,9 141 0,-1-134 0,-1-73 0,-1 0 0,0-1 0,-1 1 0,0 0 0,-1-1 0,0 1 0,0-1 0,0 1 0,-1-1 0,-1 0 0,1 0 0,-8 11 0,2-8 0,0 0 0,0-1 0,-1 1 0,-1-2 0,0 0 0,-23 15 0,0 0 0,-2-1 0,0-2 0,-68 28 0,102-48 0,0-1 0,0 1 0,1 0 0,-1-1 0,0 1 0,0-1 0,0 0 0,0 1 0,0-1 0,0 0 0,0 0 0,0 0 0,0-1 0,0 1 0,0 0 0,0-1 0,0 1 0,1-1 0,-1 0 0,0 0 0,0 1 0,0-1 0,1 0 0,-1-1 0,1 1 0,-1 0 0,1 0 0,-1-1 0,1 1 0,-1-1 0,1 1 0,0-1 0,0 1 0,0-1 0,0 0 0,0 1 0,-1-4 0,-2-7 0,1 0 0,0 0 0,1 0 0,0 0 0,0-14 0,2 22 0,-8-111 0,12-210 0,3 257 0,2 0 0,3 0 0,3 1 0,35-94 0,-27 107 0,57-93 0,-22 44 0,-55 98 0,22-36 0,-24 40 0,-1 0 0,1 1 0,-1-1 0,0 1 0,1-1 0,-1 1 0,1-1 0,0 1 0,-1-1 0,1 1 0,-1-1 0,1 1 0,0 0 0,-1-1 0,1 1 0,0 0 0,-1-1 0,1 1 0,0 0 0,0 0 0,-1 0 0,1 0 0,0 0 0,-1 0 0,1 0 0,0 0 0,0 0 0,-1 0 0,1 0 0,0 0 0,0 0 0,-1 1 0,1-1 0,0 0 0,-1 1 0,1-1 0,0 0 0,-1 1 0,1-1 0,-1 1 0,1-1 0,-1 1 0,1-1 0,-1 1 0,1-1 0,-1 1 0,1 0 0,-1-1 0,0 1 0,1 0 0,-1-1 0,0 1 0,1 0 0,-1-1 0,0 2 0,5 12 0,-1 0 0,0 0 0,-1 1 0,-1-1 0,0 1 0,-1 20 0,1-15 0,4 448 0,-6-162 0,0-291 0,1 1 0,0-1 0,1 0 0,1 0 0,1 0 0,0 0 0,0-1 0,10 19 0,-12-28 0,1-1 0,-1 1 0,1-1 0,0 0 0,1 0 0,-1 0 0,0 0 0,1-1 0,0 0 0,0 1 0,0-1 0,0-1 0,1 1 0,-1-1 0,1 1 0,-1-1 0,1 0 0,0-1 0,0 1 0,0-1 0,0 0 0,0 0 0,0-1 0,0 0 0,0 0 0,0 0 0,0 0 0,6-2 0,-2 0 0,0 0 0,0-2 0,0 1 0,-1-1 0,0 0 0,1 0 0,-2-1 0,1-1 0,0 1 0,-1-1 0,10-10 0,-9 8 0,1 0 0,0 1 0,0 0 0,1 1 0,-1 0 0,2 1 0,13-7 0,53-2 0,-59 12 0,-1-1 0,0-1 0,21-6 0,-34 8 0,1 0 0,0 0 0,-1 1 0,1 0 0,0-1 0,0 2 0,0-1 0,0 1 0,0-1 0,0 1 0,5 1 0,-8 0 0,0 0 0,1 0 0,-1 0 0,-1 1 0,1-1 0,0 0 0,0 1 0,0-1 0,-1 1 0,1 0 0,-1-1 0,1 1 0,-1 0 0,0 0 0,0 0 0,0 0 0,0 0 0,0 0 0,0 1 0,0-1 0,-1 0 0,1 0 0,-1 1 0,0-1 0,1 0 0,-1 3 0,1 8 0,0-1 0,-1 0 0,-1 1 0,0-1 0,0 1 0,-1-1 0,-1 0 0,0 0 0,-1 0 0,0 0 0,0 0 0,-1-1 0,-1 0 0,0 0 0,-1-1 0,-14 19 0,-2-2 0,-2 0 0,0-2 0,-2-1 0,-48 34 0,-33 15 0,-194 98 0,242-145 0,-1-4 0,-2-2 0,0-3 0,-100 14 0,126-24 0,-15 0 0,-77 0 0,29-2 0,60 0 0,-65 17 0,-2 0 0,86-18 0,16-3 0,0 0 0,-1 0 0,1 0 0,0-1 0,-1 1 0,-5-2 0,9 1 0,0 0 0,0-1 0,1 0 0,-1 1 0,0-1 0,1 0 0,-1 1 0,1-1 0,-1 0 0,1 0 0,0 0 0,-1-1 0,1 1 0,0 0 0,0 0 0,-1-1 0,1 1 0,0-1 0,0 1 0,1-1 0,-1 1 0,0-1 0,0-2 0,-5-18 0,1 0 0,1-1 0,1 1 0,1-1 0,1 1 0,4-45 0,-1 11 0,3-2536 0,-5 2385 0,-61 1337 0,40-953 0,-24 157 0,40-371 0,3-38 0,7-1403 0,-8 1447 0,0 0 0,-2 0 0,-1 1 0,-16-47 0,9 35 0,-9-61 0,21 94 0,-1 0 0,0 1 0,0-1 0,-1 1 0,0-1 0,-5-10 0,7 18 0,1-1 0,-1 1 0,0 0 0,0-1 0,0 1 0,0 0 0,0 0 0,0 0 0,0 0 0,0 0 0,0 0 0,0 0 0,-1 0 0,1 0 0,0 1 0,-1-1 0,1 0 0,0 1 0,-1-1 0,1 1 0,-1 0 0,1-1 0,-1 1 0,1 0 0,-1 0 0,1 0 0,-1 0 0,1 0 0,-1 0 0,1 0 0,-1 1 0,1-1 0,-1 0 0,1 1 0,-1 0 0,1-1 0,0 1 0,-1 0 0,1-1 0,0 1 0,-1 0 0,1 0 0,0 0 0,0 0 0,-2 2 0,-20 21 0,1 0 0,0 2 0,2 1 0,1 0 0,1 1 0,-19 43 0,24-48 0,-72 155 0,78-160 0,1 0 0,1 1 0,0 0 0,1 0 0,1 0 0,1 0 0,1 37 0,2-261 0,3 84 0,-4-11 0,2-123 0,-2 253 0,-1 0 0,1 0 0,0 0 0,0 0 0,0 0 0,1 0 0,-1 0 0,0 0 0,1 0 0,-1 1 0,1-1 0,0 0 0,0 0 0,-1 0 0,1 1 0,0-1 0,1 0 0,-1 1 0,0-1 0,0 1 0,1-1 0,-1 1 0,3-2 0,-2 3 0,1 0 0,-1 0 0,0 0 0,0 1 0,0-1 0,0 1 0,0-1 0,0 1 0,0 0 0,0 0 0,0 0 0,0 0 0,0 0 0,0 1 0,-1-1 0,1 0 0,0 1 0,-1-1 0,1 1 0,-1 0 0,2 3 0,30 36 0,-2 1 0,-2 2 0,32 64 0,-25-43 0,-26-47 0,2 5 0,1-1 0,1-1 0,1 0 0,30 33 0,-42-50 0,1-1 0,-1 0 0,0 0 0,1 0 0,-1 0 0,1-1 0,0 0 0,0 1 0,0-1 0,0-1 0,0 1 0,1-1 0,-1 1 0,0-1 0,1 0 0,-1-1 0,1 1 0,-1-1 0,1 0 0,-1 0 0,1 0 0,-1-1 0,1 1 0,-1-1 0,0 0 0,1-1 0,-1 1 0,0-1 0,0 0 0,0 0 0,0 0 0,0 0 0,0-1 0,5-4 0,0-1 0,0-1 0,-1-1 0,0 1 0,0-1 0,-1-1 0,0 1 0,8-19 0,6-9 0,-20 37 0,-1 0 0,0 0 0,1 0 0,-1 0 0,1 0 0,-1 1 0,1-1 0,-1 0 0,1 0 0,0 1 0,-1-1 0,1 0 0,0 1 0,0-1 0,-1 1 0,1-1 0,0 1 0,0-1 0,0 1 0,0-1 0,0 1 0,-1 0 0,1 0 0,0-1 0,0 1 0,0 0 0,0 0 0,0 0 0,0 0 0,0 0 0,0 0 0,0 0 0,0 1 0,1-1 0,0 2 0,1-1 0,-1 1 0,0 0 0,0 0 0,0 0 0,0 0 0,0 0 0,-1 1 0,1-1 0,-1 0 0,3 5 0,3 8 0,-1 1 0,0-1 0,3 20 0,1 19 0,-2 1 0,0 84 0,-15 113 0,2-196 0,-2 0 0,-3 0 0,-2-1 0,-35 96 0,-108 204 0,-88 106 0,206-388 0,3-6 0,-33 91 0,66-156 0,-17 41 0,6-30 0,12-13 0,-1-1 0,1 1 0,-1 0 0,1 0 0,-1 0 0,1 0 0,-1 0 0,1-1 0,-1 1 0,1 0 0,0 0 0,-1-1 0,1 1 0,-1 0 0,1-1 0,0 1 0,-1 0 0,1-1 0,0 1 0,-1-1 0,1 1 0,0-1 0,-1 1 0,1 0 0,0-1 0,0 1 0,0-1 0,0 1 0,-1-1 0,1 1 0,0-1 0,0 0 0,-5-21 0,0 0 0,1-1 0,2 1 0,0-1 0,3-43 0,-1 11 0,1-804 0,-32 1067 0,-15 126 0,-33 281 0,50 4 0,29-612 0,3 49 0,-2-53 0,-1 0 0,1 0 0,0 1 0,-1-1 0,1 0 0,1 0 0,-1 0 0,0 0 0,1 0 0,-1-1 0,1 1 0,0 0 0,3 3 0,-4-6 0,0 0 0,-1 0 0,1 0 0,-1 1 0,1-1 0,0 0 0,-1 0 0,1 0 0,0 0 0,-1 0 0,1-1 0,0 1 0,-1 0 0,1 0 0,0 0 0,-1 0 0,1-1 0,-1 1 0,1 0 0,-1-1 0,1 1 0,0 0 0,-1-1 0,1 1 0,-1-1 0,0 1 0,1-1 0,-1 1 0,1-1 0,-1 1 0,0-1 0,1 1 0,-1-1 0,0 0 0,0 1 0,1-1 0,-1 0 0,0 1 0,0-1 0,0 1 0,0-2 0,14-37 0,-12 33 0,88-297 0,15-50 0,22-1 0,-110 320 0,-7 27 0,-2 22 0,-2 36 0,-3 1 0,-5 99 0,0-55 0,-1 660 0,3-738 0,1 0 0,0 0 0,2-1 0,0 1 0,1-1 0,0 1 0,10 22 0,-4-29 0,-5-22 0,0-32 0,1-702 0,-9 423 0,2-1254 0,-5 1543 0,6 33 0,0-1 0,-1 0 0,1 1 0,0-1 0,-1 0 0,1 1 0,-1-1 0,1 0 0,-1 1 0,1-1 0,-1 1 0,0-1 0,1 1 0,-1 0 0,1-1 0,-1 1 0,0 0 0,0-1 0,1 1 0,-1 0 0,0 0 0,1-1 0,-2 1 0,-1 1 0,1-1 0,-1 1 0,1 0 0,0 0 0,-1 1 0,1-1 0,0 0 0,0 1 0,0-1 0,0 1 0,0 0 0,0 0 0,0-1 0,1 1 0,-1 0 0,1 1 0,-1-1 0,1 0 0,0 0 0,-2 4 0,-24 48 0,1 0 0,-27 89 0,-21 123 0,51-169 0,-5-1 0,-3-1 0,-52 104 0,83-198 0,0 1 0,-1-1 0,1 0 0,-1 0 0,0 0 0,1 0 0,-1 0 0,0 0 0,1 0 0,-1 0 0,0-1 0,0 1 0,0 0 0,0 0 0,0-1 0,-2 2 0,3-2 0,-1 0 0,1 0 0,-1 0 0,1-1 0,-1 1 0,1 0 0,0 0 0,-1 0 0,1-1 0,-1 1 0,1 0 0,0 0 0,-1-1 0,1 1 0,0 0 0,-1-1 0,1 1 0,0 0 0,0-1 0,-1 1 0,1-1 0,0 1 0,0 0 0,-1-1 0,1 1 0,0-1 0,0 1 0,0-1 0,-7-48 0,17-365 0,0 183 0,-9 217 0,0 3 0,-1-1 0,0 1 0,0 0 0,-1-1 0,0 1 0,-1 0 0,-1 0 0,-4-14 0,7 25 0,0-1 0,0 0 0,0 0 0,-1 1 0,1-1 0,0 0 0,0 1 0,-1-1 0,1 0 0,0 1 0,-1-1 0,1 1 0,-1-1 0,1 1 0,-1-1 0,1 1 0,-1-1 0,1 1 0,-1-1 0,0 1 0,1-1 0,-1 1 0,1 0 0,-1 0 0,0-1 0,0 1 0,1 0 0,-1 0 0,0 0 0,1-1 0,-1 1 0,0 0 0,0 0 0,1 0 0,-1 0 0,0 1 0,1-1 0,-1 0 0,0 0 0,1 0 0,-1 0 0,0 1 0,0-1 0,1 0 0,-1 1 0,1-1 0,-2 1 0,-24 35 0,-6 25 0,4 1 0,2 2 0,-18 72 0,19-59 0,-89 288 0,-102 288 0,169-536 0,-5-3 0,-5-3 0,-106 159 0,34-94 0,-205 217 0,322-379 0,-1 0 0,0-1 0,0 0 0,-1-1 0,-23 15 0,34-25 0,0 0 0,0 0 0,0-1 0,0 1 0,0-1 0,-1 0 0,1 0 0,0 0 0,-1 0 0,1 0 0,-1-1 0,1 0 0,-1 1 0,1-1 0,-1 0 0,1-1 0,-1 1 0,1-1 0,-1 0 0,1 0 0,0 0 0,-1 0 0,1 0 0,0-1 0,0 1 0,0-1 0,0 0 0,0 0 0,-5-4 0,-3-5 0,1-1 0,0 0 0,0-1 0,1 1 0,1-2 0,0 1 0,1-1 0,-10-28 0,-1-14 0,-12-61 0,2 8 0,22 91 0,3 8 0,-1-1 0,1 0 0,1 0 0,0 0 0,-1-14 0,3 23 0,0 1 0,0-1 0,0 0 0,0 0 0,1 0 0,-1 0 0,1 0 0,-1 0 0,1 0 0,0 0 0,-1 0 0,1 1 0,0-1 0,0 0 0,0 1 0,1-1 0,-1 1 0,0-1 0,1 1 0,-1-1 0,0 1 0,1 0 0,0 0 0,-1 0 0,1 0 0,0 0 0,0 0 0,-1 0 0,1 0 0,0 1 0,0-1 0,0 1 0,0-1 0,0 1 0,3 0 0,21-2 0,0 0 0,-1 3 0,1 0 0,0 1 0,0 1 0,-1 2 0,38 11 0,14 10 0,77 40 0,-83-34 0,93 28 0,-51-28 0,423 105 0,-427-124 0,1-4 0,190-9 0,-138-3 0,-140 3 0,145 0 0,328-42 0,-321 9 0,312-103 0,-453 122 0,-25 8 0,-17 6 0,-18 8 0,-103 41 0,-3 3 0,-240 61 0,262-88 0,298-95 0,206-50 0,158 24 0,-225 50 0,-150 19 0,-154 29 0,-28 9 0,-37 20 0,-57 29 0,-3-4 0,-3-5 0,-2-5 0,-1-4 0,-3-5 0,-142 28 0,85-44 0,120-18 0,1 3 0,-87 21 0,-55 22 0,-197 23 0,234-46 0,123-19 0,0 1 0,-46 20 0,52-19 0,4-3-1365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194C4-ED0F-AAE8-3EB2-5B81865EF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91204-C619-9097-9E4F-61DB8C560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2163D-34C3-3DEB-C294-1274D715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2397-C8CB-4707-875C-84E566F8E3A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4B1B3-9CC5-F2A9-9F39-B40E42E0C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93FDF-2233-0D14-9C3A-90EC414FF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79E6-2BE9-4BC0-8760-61C1204D2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77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41D7D-5B3D-854B-E247-84C57784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BF450-621E-6D41-90E5-A2BC5F371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4FE8C-84A5-7A1B-D26B-4A0FF30C1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2397-C8CB-4707-875C-84E566F8E3A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D69A2-BD74-FD1D-6DCD-D15AD6A8F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8BBA6-3804-6D1C-DF67-571EE09B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79E6-2BE9-4BC0-8760-61C1204D2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38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E49E8-73A7-D4A7-1904-347CE9673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0952D-741C-24F9-18BB-28FC94EF5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82C82-E1A3-04AB-7375-34B93355C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2397-C8CB-4707-875C-84E566F8E3A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86F8C-D971-F6ED-DD8E-2FC6958E6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B3DF7-2A45-88D2-6AC2-3D9E7B773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79E6-2BE9-4BC0-8760-61C1204D2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54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DADA8-E102-0D62-28F7-376C352C0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3FE28-F645-8A1C-0138-EB8EAC4F4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6B609-58A9-53BC-B293-32B58B2FE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D128D-C5C5-2D6A-437F-75AA5939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2397-C8CB-4707-875C-84E566F8E3A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BB3C7-C654-C06F-364D-54EC5E769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EB7E7-F5DF-6EE1-6B88-E36FF016F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79E6-2BE9-4BC0-8760-61C1204D2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76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8E34-9D05-3C21-9D95-C11949ED9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C2F09-C37E-55C5-A07B-099432731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59173-D4DF-BCFE-1F7E-1CD85A633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CDEBA-65BE-2572-A173-C66E0F8C7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75D42E-804E-9F75-5AFC-09F5BEA38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2BC4A0-57D3-E954-E480-CED47DE88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2397-C8CB-4707-875C-84E566F8E3A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04DBF8-EA15-3169-9571-59848DCE6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9D1326-22CE-21BB-816D-9C0C1B21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79E6-2BE9-4BC0-8760-61C1204D2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8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DD63-974F-F6EA-F72F-05C6801A1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5C332C-A61C-26BC-AFF2-0E450B469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2397-C8CB-4707-875C-84E566F8E3A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08FDFD-E48A-3144-ED06-197F8760D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97246-B3E5-4C67-3452-ED2D221A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79E6-2BE9-4BC0-8760-61C1204D2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2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9E401F-79B0-824F-1B7A-0996F1538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2397-C8CB-4707-875C-84E566F8E3A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0569D7-2B64-4AB7-BC49-FA4843385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57BF7-4DA4-4B8F-4FCA-7AD0D7CA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79E6-2BE9-4BC0-8760-61C1204D2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93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8B26-24CC-B9B8-846F-C8E21E05D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F8A5F-9E17-E5BC-0205-F72DA295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97D22-B262-1CEC-114D-A28C3F03D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B0441-46A9-C39C-7F4D-883ADEA7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2397-C8CB-4707-875C-84E566F8E3A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C4CA7-9864-E532-FD74-940A906C8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AD377-437F-21E4-9CCB-2E66EDD8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79E6-2BE9-4BC0-8760-61C1204D2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4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4ED97-C16C-21E8-30B7-DF4542EC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D190AB-FE92-70E7-F946-FDA056134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D19FC-07DD-37E7-6FE9-CDB281654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4F23D-2849-9D64-196D-2B0044A73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2397-C8CB-4707-875C-84E566F8E3A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90AD4-9BF4-DD1B-664A-4DF89365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A1021-293C-C15B-C415-9DF247705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79E6-2BE9-4BC0-8760-61C1204D2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6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4B14D-3E35-2C17-A8D5-F8A00358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1B23C-4AF4-66C5-8B17-B6BE8041B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F2D9B-F4B9-2208-EC58-E8D885155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2397-C8CB-4707-875C-84E566F8E3A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5759D-0F95-751A-917A-52030AA69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27014-0050-3C45-0C6B-C7482D85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79E6-2BE9-4BC0-8760-61C1204D2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97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691757-6368-DD27-82BD-48460B13E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89793-1A40-EA01-C4B3-0E7EA960B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825D1-1BEA-1B28-8849-C09A548F9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2397-C8CB-4707-875C-84E566F8E3A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32E90-153F-939B-5191-053A01BF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BC2E9-FF0D-0B9F-4BEA-2F330478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79E6-2BE9-4BC0-8760-61C1204D2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41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A665C-0B1D-49A1-AA0A-9879FFCB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D3B08-11F6-35B0-0769-ED15E3F89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E0159-575A-A23E-51D7-35D5E37F6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32397-C8CB-4707-875C-84E566F8E3A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19637-D052-C8E2-3D16-4AC54BF23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DEC70-CBA5-2931-644C-CE069B4FB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A79E6-2BE9-4BC0-8760-61C1204D2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0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F546AFF-7C32-2874-F218-B839184EF452}"/>
              </a:ext>
            </a:extLst>
          </p:cNvPr>
          <p:cNvCxnSpPr>
            <a:cxnSpLocks/>
          </p:cNvCxnSpPr>
          <p:nvPr/>
        </p:nvCxnSpPr>
        <p:spPr>
          <a:xfrm flipV="1">
            <a:off x="3718672" y="2371165"/>
            <a:ext cx="207869" cy="2702859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510128-30E2-4EC2-32C4-86311CFDD4E8}"/>
              </a:ext>
            </a:extLst>
          </p:cNvPr>
          <p:cNvCxnSpPr>
            <a:cxnSpLocks/>
          </p:cNvCxnSpPr>
          <p:nvPr/>
        </p:nvCxnSpPr>
        <p:spPr>
          <a:xfrm flipV="1">
            <a:off x="6096000" y="2895600"/>
            <a:ext cx="815789" cy="16136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5CEF78-F8B5-4252-6688-066FB189CBEB}"/>
              </a:ext>
            </a:extLst>
          </p:cNvPr>
          <p:cNvCxnSpPr>
            <a:cxnSpLocks/>
          </p:cNvCxnSpPr>
          <p:nvPr/>
        </p:nvCxnSpPr>
        <p:spPr>
          <a:xfrm flipV="1">
            <a:off x="2381250" y="1846730"/>
            <a:ext cx="2674845" cy="104887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A020E5-B082-387B-62F8-D981DFAD7223}"/>
              </a:ext>
            </a:extLst>
          </p:cNvPr>
          <p:cNvCxnSpPr>
            <a:cxnSpLocks/>
          </p:cNvCxnSpPr>
          <p:nvPr/>
        </p:nvCxnSpPr>
        <p:spPr>
          <a:xfrm>
            <a:off x="6006353" y="3657601"/>
            <a:ext cx="905436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77875B-DEE5-6CB6-96DD-79226710BE34}"/>
              </a:ext>
            </a:extLst>
          </p:cNvPr>
          <p:cNvCxnSpPr>
            <a:cxnSpLocks/>
          </p:cNvCxnSpPr>
          <p:nvPr/>
        </p:nvCxnSpPr>
        <p:spPr>
          <a:xfrm flipV="1">
            <a:off x="4939553" y="1846730"/>
            <a:ext cx="116542" cy="3469341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4BE2884-8EB0-8323-1C87-176D65DEB2FC}"/>
              </a:ext>
            </a:extLst>
          </p:cNvPr>
          <p:cNvCxnSpPr>
            <a:cxnSpLocks/>
          </p:cNvCxnSpPr>
          <p:nvPr/>
        </p:nvCxnSpPr>
        <p:spPr>
          <a:xfrm flipV="1">
            <a:off x="5463989" y="2045634"/>
            <a:ext cx="53787" cy="3270437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92A27DC-DE37-8C20-A65E-B369B6BD94B6}"/>
              </a:ext>
            </a:extLst>
          </p:cNvPr>
          <p:cNvCxnSpPr>
            <a:cxnSpLocks/>
          </p:cNvCxnSpPr>
          <p:nvPr/>
        </p:nvCxnSpPr>
        <p:spPr>
          <a:xfrm flipV="1">
            <a:off x="5672418" y="2215964"/>
            <a:ext cx="89647" cy="2929777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3CD937E-EB77-2D7A-7B6E-333EED77CEDD}"/>
              </a:ext>
            </a:extLst>
          </p:cNvPr>
          <p:cNvCxnSpPr>
            <a:cxnSpLocks/>
          </p:cNvCxnSpPr>
          <p:nvPr/>
        </p:nvCxnSpPr>
        <p:spPr>
          <a:xfrm flipV="1">
            <a:off x="5961529" y="2371165"/>
            <a:ext cx="89647" cy="2774576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AA2B9D-DC69-5057-05D3-707824F6BF98}"/>
              </a:ext>
            </a:extLst>
          </p:cNvPr>
          <p:cNvCxnSpPr>
            <a:cxnSpLocks/>
          </p:cNvCxnSpPr>
          <p:nvPr/>
        </p:nvCxnSpPr>
        <p:spPr>
          <a:xfrm flipV="1">
            <a:off x="6922433" y="2895600"/>
            <a:ext cx="44823" cy="2250141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D4C9CC3-7DB8-5A27-4565-3755CD650ED6}"/>
              </a:ext>
            </a:extLst>
          </p:cNvPr>
          <p:cNvCxnSpPr>
            <a:cxnSpLocks/>
          </p:cNvCxnSpPr>
          <p:nvPr/>
        </p:nvCxnSpPr>
        <p:spPr>
          <a:xfrm flipH="1" flipV="1">
            <a:off x="5020236" y="1846730"/>
            <a:ext cx="986116" cy="524435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D324673-CAD7-FF4F-7A67-031A34513436}"/>
              </a:ext>
            </a:extLst>
          </p:cNvPr>
          <p:cNvCxnSpPr>
            <a:cxnSpLocks/>
          </p:cNvCxnSpPr>
          <p:nvPr/>
        </p:nvCxnSpPr>
        <p:spPr>
          <a:xfrm flipH="1" flipV="1">
            <a:off x="6911789" y="2904565"/>
            <a:ext cx="526116" cy="19050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CA13201-8C20-0EEE-910F-B3C329584A6C}"/>
              </a:ext>
            </a:extLst>
          </p:cNvPr>
          <p:cNvCxnSpPr>
            <a:cxnSpLocks/>
          </p:cNvCxnSpPr>
          <p:nvPr/>
        </p:nvCxnSpPr>
        <p:spPr>
          <a:xfrm>
            <a:off x="7437905" y="3095065"/>
            <a:ext cx="10644" cy="1907241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328C974-2A5C-1220-4787-9FF5044F0689}"/>
              </a:ext>
            </a:extLst>
          </p:cNvPr>
          <p:cNvCxnSpPr>
            <a:cxnSpLocks/>
          </p:cNvCxnSpPr>
          <p:nvPr/>
        </p:nvCxnSpPr>
        <p:spPr>
          <a:xfrm flipV="1">
            <a:off x="2952753" y="2610971"/>
            <a:ext cx="226356" cy="2319617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EE9E5DA-B7BC-FDD7-9D8F-B2B634475A54}"/>
              </a:ext>
            </a:extLst>
          </p:cNvPr>
          <p:cNvCxnSpPr>
            <a:cxnSpLocks/>
          </p:cNvCxnSpPr>
          <p:nvPr/>
        </p:nvCxnSpPr>
        <p:spPr>
          <a:xfrm flipV="1">
            <a:off x="7147113" y="3056965"/>
            <a:ext cx="0" cy="2017059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F32777F-5199-0324-07DA-4F6AFFB3BB8D}"/>
              </a:ext>
            </a:extLst>
          </p:cNvPr>
          <p:cNvCxnSpPr>
            <a:cxnSpLocks/>
          </p:cNvCxnSpPr>
          <p:nvPr/>
        </p:nvCxnSpPr>
        <p:spPr>
          <a:xfrm flipV="1">
            <a:off x="7299513" y="3047999"/>
            <a:ext cx="0" cy="2026025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AE1A40-4CD4-3909-0D46-58C687B1A898}"/>
              </a:ext>
            </a:extLst>
          </p:cNvPr>
          <p:cNvCxnSpPr>
            <a:cxnSpLocks/>
          </p:cNvCxnSpPr>
          <p:nvPr/>
        </p:nvCxnSpPr>
        <p:spPr>
          <a:xfrm flipV="1">
            <a:off x="2381250" y="2985247"/>
            <a:ext cx="2674845" cy="56477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3EB1C5-BD2B-DF7C-C04F-22F2DDD354B5}"/>
              </a:ext>
            </a:extLst>
          </p:cNvPr>
          <p:cNvCxnSpPr>
            <a:cxnSpLocks/>
          </p:cNvCxnSpPr>
          <p:nvPr/>
        </p:nvCxnSpPr>
        <p:spPr>
          <a:xfrm flipV="1">
            <a:off x="2381249" y="3962401"/>
            <a:ext cx="2674846" cy="12634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B0240CE-A109-B689-9316-F1EDE5862C25}"/>
              </a:ext>
            </a:extLst>
          </p:cNvPr>
          <p:cNvCxnSpPr>
            <a:cxnSpLocks/>
          </p:cNvCxnSpPr>
          <p:nvPr/>
        </p:nvCxnSpPr>
        <p:spPr>
          <a:xfrm flipH="1" flipV="1">
            <a:off x="5066739" y="1930214"/>
            <a:ext cx="446555" cy="944656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2905043-66D0-F79B-6091-07D7F0FBD44B}"/>
              </a:ext>
            </a:extLst>
          </p:cNvPr>
          <p:cNvCxnSpPr>
            <a:cxnSpLocks/>
          </p:cNvCxnSpPr>
          <p:nvPr/>
        </p:nvCxnSpPr>
        <p:spPr>
          <a:xfrm flipH="1">
            <a:off x="5009592" y="2895599"/>
            <a:ext cx="481288" cy="575143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2D2A092-1BAF-8651-0C16-D874253C20E0}"/>
              </a:ext>
            </a:extLst>
          </p:cNvPr>
          <p:cNvCxnSpPr>
            <a:cxnSpLocks/>
          </p:cNvCxnSpPr>
          <p:nvPr/>
        </p:nvCxnSpPr>
        <p:spPr>
          <a:xfrm flipH="1" flipV="1">
            <a:off x="5050776" y="3470742"/>
            <a:ext cx="420359" cy="827554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2948ADE-B837-9332-4F66-252E39EBC9E0}"/>
              </a:ext>
            </a:extLst>
          </p:cNvPr>
          <p:cNvCxnSpPr>
            <a:cxnSpLocks/>
          </p:cNvCxnSpPr>
          <p:nvPr/>
        </p:nvCxnSpPr>
        <p:spPr>
          <a:xfrm flipH="1" flipV="1">
            <a:off x="5097279" y="2681288"/>
            <a:ext cx="380647" cy="175372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98EDA51-B520-41A0-9CD4-D6F19E41F9B3}"/>
              </a:ext>
            </a:extLst>
          </p:cNvPr>
          <p:cNvCxnSpPr>
            <a:cxnSpLocks/>
          </p:cNvCxnSpPr>
          <p:nvPr/>
        </p:nvCxnSpPr>
        <p:spPr>
          <a:xfrm flipH="1" flipV="1">
            <a:off x="5735346" y="2940423"/>
            <a:ext cx="222263" cy="115422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3589252-7076-33D3-EACE-6BE7E33ECCEC}"/>
              </a:ext>
            </a:extLst>
          </p:cNvPr>
          <p:cNvSpPr txBox="1"/>
          <p:nvPr/>
        </p:nvSpPr>
        <p:spPr>
          <a:xfrm>
            <a:off x="5238128" y="2077183"/>
            <a:ext cx="62753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304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9CC819-51FF-9AD8-1A57-0D0694C481BD}"/>
              </a:ext>
            </a:extLst>
          </p:cNvPr>
          <p:cNvSpPr txBox="1"/>
          <p:nvPr/>
        </p:nvSpPr>
        <p:spPr>
          <a:xfrm>
            <a:off x="6961511" y="2874870"/>
            <a:ext cx="62753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302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5CD8436-55BF-3DB4-39DC-8FEB6CA51B9B}"/>
              </a:ext>
            </a:extLst>
          </p:cNvPr>
          <p:cNvSpPr txBox="1"/>
          <p:nvPr/>
        </p:nvSpPr>
        <p:spPr>
          <a:xfrm>
            <a:off x="4617325" y="6033788"/>
            <a:ext cx="1248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 center of store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5EF2B9D-2F85-0142-CCC2-613F2EF715CF}"/>
              </a:ext>
            </a:extLst>
          </p:cNvPr>
          <p:cNvSpPr txBox="1"/>
          <p:nvPr/>
        </p:nvSpPr>
        <p:spPr>
          <a:xfrm>
            <a:off x="1836554" y="5669611"/>
            <a:ext cx="1006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 edge of store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3E03C092-E7E3-42B8-F5FD-05A1C6C1AFF9}"/>
                  </a:ext>
                </a:extLst>
              </p14:cNvPr>
              <p14:cNvContentPartPr/>
              <p14:nvPr/>
            </p14:nvContentPartPr>
            <p14:xfrm>
              <a:off x="5625676" y="3870279"/>
              <a:ext cx="720000" cy="15807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3E03C092-E7E3-42B8-F5FD-05A1C6C1AF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63036" y="3807279"/>
                <a:ext cx="845640" cy="170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F0C6FF7-02CC-4C41-327E-4C37931B23CF}"/>
                  </a:ext>
                </a:extLst>
              </p14:cNvPr>
              <p14:cNvContentPartPr/>
              <p14:nvPr/>
            </p14:nvContentPartPr>
            <p14:xfrm>
              <a:off x="5759596" y="3909519"/>
              <a:ext cx="1649880" cy="15656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F0C6FF7-02CC-4C41-327E-4C37931B23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96956" y="3846519"/>
                <a:ext cx="1775520" cy="1691280"/>
              </a:xfrm>
              <a:prstGeom prst="rect">
                <a:avLst/>
              </a:prstGeom>
            </p:spPr>
          </p:pic>
        </mc:Fallback>
      </mc:AlternateContent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77728CC-8C9A-2216-FE60-A72187F11D1E}"/>
              </a:ext>
            </a:extLst>
          </p:cNvPr>
          <p:cNvCxnSpPr>
            <a:cxnSpLocks/>
          </p:cNvCxnSpPr>
          <p:nvPr/>
        </p:nvCxnSpPr>
        <p:spPr>
          <a:xfrm flipV="1">
            <a:off x="6432854" y="5183734"/>
            <a:ext cx="1005051" cy="337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1B33DE7-851E-BF46-331E-5258C0A235A2}"/>
              </a:ext>
            </a:extLst>
          </p:cNvPr>
          <p:cNvCxnSpPr>
            <a:cxnSpLocks/>
          </p:cNvCxnSpPr>
          <p:nvPr/>
        </p:nvCxnSpPr>
        <p:spPr>
          <a:xfrm flipV="1">
            <a:off x="6326654" y="3862636"/>
            <a:ext cx="29666" cy="1612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D0A286A-E01F-3691-FFE5-1678EBE104F9}"/>
              </a:ext>
            </a:extLst>
          </p:cNvPr>
          <p:cNvCxnSpPr>
            <a:cxnSpLocks/>
          </p:cNvCxnSpPr>
          <p:nvPr/>
        </p:nvCxnSpPr>
        <p:spPr>
          <a:xfrm flipV="1">
            <a:off x="6834345" y="3854397"/>
            <a:ext cx="29666" cy="1612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FB6F019-3253-FD3B-B29C-52E7939D6A85}"/>
              </a:ext>
            </a:extLst>
          </p:cNvPr>
          <p:cNvCxnSpPr>
            <a:cxnSpLocks/>
          </p:cNvCxnSpPr>
          <p:nvPr/>
        </p:nvCxnSpPr>
        <p:spPr>
          <a:xfrm flipH="1" flipV="1">
            <a:off x="6360054" y="3806919"/>
            <a:ext cx="473713" cy="7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2D5ED56-5DEC-3363-E77A-A915F2D12D87}"/>
              </a:ext>
            </a:extLst>
          </p:cNvPr>
          <p:cNvCxnSpPr>
            <a:cxnSpLocks/>
          </p:cNvCxnSpPr>
          <p:nvPr/>
        </p:nvCxnSpPr>
        <p:spPr>
          <a:xfrm flipH="1">
            <a:off x="5615796" y="3788027"/>
            <a:ext cx="758309" cy="617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A2D8A8-70CD-BD38-5DFD-844F5DD6C0EA}"/>
              </a:ext>
            </a:extLst>
          </p:cNvPr>
          <p:cNvCxnSpPr>
            <a:cxnSpLocks/>
          </p:cNvCxnSpPr>
          <p:nvPr/>
        </p:nvCxnSpPr>
        <p:spPr>
          <a:xfrm flipV="1">
            <a:off x="5545271" y="3900567"/>
            <a:ext cx="17752" cy="15146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33D6585-D4FE-D505-A2AF-BB632B0AB1C2}"/>
              </a:ext>
            </a:extLst>
          </p:cNvPr>
          <p:cNvCxnSpPr>
            <a:cxnSpLocks/>
          </p:cNvCxnSpPr>
          <p:nvPr/>
        </p:nvCxnSpPr>
        <p:spPr>
          <a:xfrm>
            <a:off x="5554147" y="5352666"/>
            <a:ext cx="779903" cy="1477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0DEC217-B66D-0C50-921F-6655DC8E675E}"/>
              </a:ext>
            </a:extLst>
          </p:cNvPr>
          <p:cNvCxnSpPr>
            <a:cxnSpLocks/>
          </p:cNvCxnSpPr>
          <p:nvPr/>
        </p:nvCxnSpPr>
        <p:spPr>
          <a:xfrm flipV="1">
            <a:off x="6849178" y="4472056"/>
            <a:ext cx="588727" cy="95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9DC20CC-74D3-1C3D-3EFB-AA2A30F81AD4}"/>
              </a:ext>
            </a:extLst>
          </p:cNvPr>
          <p:cNvCxnSpPr>
            <a:cxnSpLocks/>
          </p:cNvCxnSpPr>
          <p:nvPr/>
        </p:nvCxnSpPr>
        <p:spPr>
          <a:xfrm flipH="1" flipV="1">
            <a:off x="7400931" y="4519981"/>
            <a:ext cx="7148" cy="6711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CF944562-6E04-6233-D3F3-2860EB0700B0}"/>
              </a:ext>
            </a:extLst>
          </p:cNvPr>
          <p:cNvSpPr txBox="1"/>
          <p:nvPr/>
        </p:nvSpPr>
        <p:spPr>
          <a:xfrm>
            <a:off x="5529981" y="4675111"/>
            <a:ext cx="921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 cap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603D2A2-59E5-9DF2-6BEE-94E3A8414971}"/>
              </a:ext>
            </a:extLst>
          </p:cNvPr>
          <p:cNvSpPr txBox="1"/>
          <p:nvPr/>
        </p:nvSpPr>
        <p:spPr>
          <a:xfrm>
            <a:off x="4040307" y="3401476"/>
            <a:ext cx="703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Bay 1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1939AFD-0E34-39B0-0AA1-5A72B58D2F2B}"/>
              </a:ext>
            </a:extLst>
          </p:cNvPr>
          <p:cNvSpPr txBox="1"/>
          <p:nvPr/>
        </p:nvSpPr>
        <p:spPr>
          <a:xfrm>
            <a:off x="3091926" y="3449559"/>
            <a:ext cx="703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Bay 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0760C9F-38B6-A02D-8941-2AAF948E03F8}"/>
              </a:ext>
            </a:extLst>
          </p:cNvPr>
          <p:cNvSpPr txBox="1"/>
          <p:nvPr/>
        </p:nvSpPr>
        <p:spPr>
          <a:xfrm>
            <a:off x="6262356" y="1658196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Aisle 305</a:t>
            </a:r>
          </a:p>
          <a:p>
            <a:r>
              <a:rPr lang="en-US" b="1" dirty="0"/>
              <a:t>Bay 1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E20302E-28D6-B022-2263-12F03E2C3CEE}"/>
              </a:ext>
            </a:extLst>
          </p:cNvPr>
          <p:cNvCxnSpPr/>
          <p:nvPr/>
        </p:nvCxnSpPr>
        <p:spPr>
          <a:xfrm flipH="1">
            <a:off x="5944098" y="2371165"/>
            <a:ext cx="640438" cy="103031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D016C89-1378-6EE7-FE0C-055F8479A377}"/>
              </a:ext>
            </a:extLst>
          </p:cNvPr>
          <p:cNvCxnSpPr>
            <a:cxnSpLocks/>
          </p:cNvCxnSpPr>
          <p:nvPr/>
        </p:nvCxnSpPr>
        <p:spPr>
          <a:xfrm flipH="1" flipV="1">
            <a:off x="2556588" y="5415194"/>
            <a:ext cx="1787526" cy="32737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F889C632-2E8F-0D14-C62F-A49FCEDCB999}"/>
              </a:ext>
            </a:extLst>
          </p:cNvPr>
          <p:cNvCxnSpPr>
            <a:cxnSpLocks/>
          </p:cNvCxnSpPr>
          <p:nvPr/>
        </p:nvCxnSpPr>
        <p:spPr>
          <a:xfrm>
            <a:off x="4693866" y="5790422"/>
            <a:ext cx="1859705" cy="32269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3142990C-D3FB-635D-43F1-EE730FC50CD7}"/>
              </a:ext>
            </a:extLst>
          </p:cNvPr>
          <p:cNvSpPr txBox="1"/>
          <p:nvPr/>
        </p:nvSpPr>
        <p:spPr>
          <a:xfrm>
            <a:off x="3195131" y="990164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Aisle 304</a:t>
            </a:r>
          </a:p>
          <a:p>
            <a:r>
              <a:rPr lang="en-US" b="1" dirty="0"/>
              <a:t>Bay 1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A5EDF3E-6692-BC50-12F7-BD913999F366}"/>
              </a:ext>
            </a:extLst>
          </p:cNvPr>
          <p:cNvCxnSpPr>
            <a:cxnSpLocks/>
            <a:stCxn id="127" idx="2"/>
          </p:cNvCxnSpPr>
          <p:nvPr/>
        </p:nvCxnSpPr>
        <p:spPr>
          <a:xfrm>
            <a:off x="3718672" y="1636495"/>
            <a:ext cx="544040" cy="171854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395A0269-2957-AE69-EE17-084019937456}"/>
              </a:ext>
            </a:extLst>
          </p:cNvPr>
          <p:cNvCxnSpPr>
            <a:cxnSpLocks/>
          </p:cNvCxnSpPr>
          <p:nvPr/>
        </p:nvCxnSpPr>
        <p:spPr>
          <a:xfrm flipH="1">
            <a:off x="5537303" y="1159612"/>
            <a:ext cx="21887" cy="95532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5CDC97A7-5829-423F-042B-86E7D4A457CF}"/>
              </a:ext>
            </a:extLst>
          </p:cNvPr>
          <p:cNvSpPr txBox="1"/>
          <p:nvPr/>
        </p:nvSpPr>
        <p:spPr>
          <a:xfrm>
            <a:off x="5006440" y="512793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Aisle Sign </a:t>
            </a:r>
          </a:p>
          <a:p>
            <a:r>
              <a:rPr lang="en-US" b="1" dirty="0"/>
              <a:t>(304/305)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2090217-8510-533B-20A0-7CA5946BD22D}"/>
              </a:ext>
            </a:extLst>
          </p:cNvPr>
          <p:cNvSpPr txBox="1"/>
          <p:nvPr/>
        </p:nvSpPr>
        <p:spPr>
          <a:xfrm>
            <a:off x="7966019" y="3112122"/>
            <a:ext cx="1421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Aisle 305</a:t>
            </a:r>
          </a:p>
          <a:p>
            <a:r>
              <a:rPr lang="en-US" b="1" dirty="0"/>
              <a:t>Bay: End Cap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38C1FB34-EACD-BDB7-CE5A-924102024678}"/>
              </a:ext>
            </a:extLst>
          </p:cNvPr>
          <p:cNvCxnSpPr>
            <a:cxnSpLocks/>
          </p:cNvCxnSpPr>
          <p:nvPr/>
        </p:nvCxnSpPr>
        <p:spPr>
          <a:xfrm flipH="1">
            <a:off x="6553571" y="3710892"/>
            <a:ext cx="1592053" cy="103678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278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35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Erwin</dc:creator>
  <cp:lastModifiedBy>Benjamin Erwin</cp:lastModifiedBy>
  <cp:revision>4</cp:revision>
  <dcterms:created xsi:type="dcterms:W3CDTF">2026-09-25T14:26:19Z</dcterms:created>
  <dcterms:modified xsi:type="dcterms:W3CDTF">2026-09-25T21:52:41Z</dcterms:modified>
</cp:coreProperties>
</file>